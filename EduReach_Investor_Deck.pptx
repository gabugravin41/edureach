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Mission: Turn passive video watching into structured, monetizable learning. Meeting: Tomorrow 10:00.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story: A learner watches but cannot test, track progress, or pay creators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transcript → AI quiz pipeline and low friction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conservative market sizing if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transcript fetch reliability fix as a low-cost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low current infra cost (&lt; $100/month).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real metrics; show growth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regional defensibility and product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use-of-funds breakdown when ask is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next steps and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EduReach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F46E5"/>
                </a:solidFill>
                <a:latin typeface="Arial"/>
              </a:defRPr>
            </a:pPr>
            <a:r>
              <a:t>AI-powered active learning for YouTube learners (Africa → global)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Millions learn from YouTube but rarely retain knowledge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Creators lack easy regional monetization (M-Pesa)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Mobile-first payment friction in Africa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AI-generated quizzes from video transcripts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Study groups, challenges, and AI tutor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Creator tools: course creation, pricing, tipping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Initial focus: Kenya and East Africa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Pricing anchors: $4 / $11 / $19 monthly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TAM/SAM/SOM: [PLACEHOLDER]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Product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React + TypeScript frontend, Django backend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OpenRouter → Google Gemini for AI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M-Pesa + Paystack payments; Capacitor mobile wrapper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Subscription tiers: Learner $4, Pro $11, Pro+ $19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One-time course purchases + platform cut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Creator tips and enterprise licensing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Users: [TOTAL_SIGNUPS]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MAU: [MAU] — Paying users: [PAYING_USERS]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MRR: [CURRENT_MRR]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M-Pesa and local payments integration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AI-first quiz + tutor flow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Creator monetization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Financials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Current infra spend: &lt; $100/month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Key needs: transcript API, cloud storage, mobile build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Ask: [ASK_AMOUNT] — runway 9–18 months (suggested)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Team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Founders: [FOUNDER NAMES] — roles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90-day milestones: fix transcript, assessment fix, Kenya pilot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• CTA: request follow-up and due diligence materials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